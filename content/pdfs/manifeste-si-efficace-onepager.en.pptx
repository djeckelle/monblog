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76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 habits
an efficient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for an IT
that serves the profession, the collective
and the long term.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3108960"/>
            <a:ext cx="457200" cy="2743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3291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a clear and shared framework does not mean losing autonomy. It's about gaining energy.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Laurence Poussard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 · laurence-poussard.com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502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337560" y="502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66160" y="667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that we have understood each other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building. Make IT business ↔ translation a serious act, not a guess.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502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257800" y="502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0" y="667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a clear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frame liberates. Without a framework, autonomy becomes solitude and a double constraint.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78040" y="502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178040" y="502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406640" y="667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the need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his own technical pleasure. Deliver what's required, within budget, with the tools around the house.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788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337560" y="2788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566160" y="2953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and transmit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are passing through. What you build belongs to the company — and to the successor.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57800" y="2788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257800" y="2788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0" y="2953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equipping him. Learning Python is individual. Transforming an organization is collective.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78040" y="2788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178040" y="2788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406640" y="2953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0664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about the IS as a common good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0664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only works collectively. None of the previous five habits holds up on their own.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37560" y="4800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manifesto for co-signature— laurence-poussard.com/manifeste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Affichage à l'écran (16:9)</PresentationFormat>
  <Paragraphs>25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6 habitudes d'un SI efficace</dc:title>
  <dc:subject>PptxGenJS Presentation</dc:subject>
  <dc:creator>Laurence Poussard</dc:creator>
  <cp:lastModifiedBy>laurence poussard</cp:lastModifiedBy>
  <cp:revision>2</cp:revision>
  <dcterms:created xsi:type="dcterms:W3CDTF">2026-05-07T15:15:30Z</dcterms:created>
  <dcterms:modified xsi:type="dcterms:W3CDTF">2026-06-24T07:18:17Z</dcterms:modified>
</cp:coreProperties>
</file>