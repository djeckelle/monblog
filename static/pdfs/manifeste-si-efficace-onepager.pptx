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6 habitudes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d'un SI efficace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Manifeste pour une informatique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sert le métier, le collectif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 temps long.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3108960"/>
            <a:ext cx="457200" cy="2743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291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dans un cadre clair et partagé, ce n'est pas perdre en autonomie. C'est gagner en énergie.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Laurence Poussard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d'entreprise · laurence-poussard.com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502920"/>
            <a:ext cx="1874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5029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667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1097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Vérifier qu'on s'est compris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1737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construire. Faire de la traduction métier ↔ IT un acte sérieux, pas une supposition.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57800" y="502920"/>
            <a:ext cx="1874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5029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667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0" y="1097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Tenir un cadre clair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1737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 que le cadre libère. Sans cadre, l'autonomie devient solitude et double contrainte.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78040" y="502920"/>
            <a:ext cx="1874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78040" y="5029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667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06640" y="1097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Servir le besoin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1737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son propre plaisir technique. Livrer ce qui est demandé, dans le budget, avec les outils de la maison.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788920"/>
            <a:ext cx="1874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7889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953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66160" y="3383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Documenter et transmettre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0" y="4023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 qu'on est de passage. Ce qu'on construit appartient à l'entreprise — et au successeur.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57800" y="2788920"/>
            <a:ext cx="1874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57800" y="27889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2953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86400" y="3383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Gouverner l'IA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4023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l'outiller. Apprendre Python est individuel. Transformer une organisation est collectif.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78040" y="2788920"/>
            <a:ext cx="18745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78040" y="2788920"/>
            <a:ext cx="73152" cy="2057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2953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B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06640" y="3383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Penser le SI en bien commun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06640" y="40233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ne fonctionne que collectivement. Aucune des cinq habitudes précédentes ne tient seule.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37560" y="4800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Manifeste ouvert à co-signature — laurence-poussard.com/manifeste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6 habitudes d'un SI efficace</dc:title>
  <dc:subject>PptxGenJS Presentation</dc:subject>
  <dc:creator>Laurence Poussard</dc:creator>
  <cp:lastModifiedBy>Laurence Poussard</cp:lastModifiedBy>
  <cp:revision>1</cp:revision>
  <dcterms:created xsi:type="dcterms:W3CDTF">2026-05-07T15:15:30Z</dcterms:created>
  <dcterms:modified xsi:type="dcterms:W3CDTF">2026-05-07T15:15:30Z</dcterms:modified>
</cp:coreProperties>
</file>